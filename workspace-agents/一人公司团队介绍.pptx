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40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一人公司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0" y="3017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驱动的高效团队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3657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分钟响应 · 5 个专业角色 · 24/7 在线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480060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2026 年 3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97706"/>
                </a:solidFill>
              </a:rPr>
              <a:t>━━━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731520" cy="731520"/>
          </a:xfrm>
          <a:prstGeom prst="rect">
            <a:avLst/>
          </a:prstGeom>
          <a:solidFill>
            <a:srgbClr val="1E40A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团队概述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核心优势与定位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731520" cy="73152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3017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个专业角色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731520" cy="731520"/>
          </a:xfrm>
          <a:prstGeom prst="rect">
            <a:avLst/>
          </a:prstGeom>
          <a:solidFill>
            <a:srgbClr val="1E40A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4114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工作流程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4526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分钟响应机制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5120640"/>
            <a:ext cx="731520" cy="73152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5212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服务承诺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5623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我们的保证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团队概述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97706"/>
                </a:solidFill>
              </a:rPr>
              <a:t>━━━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我们是一支由 AI 驱动的精英团队，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个专业角色协同工作，3 分钟内响应您的需求。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40AF"/>
                </a:solidFill>
              </a:rPr>
              <a:t>┌────────────┐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40AF"/>
                </a:solidFill>
              </a:rPr>
              <a:t>│            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40AF"/>
                </a:solidFill>
              </a:rPr>
              <a:t>└────────────┘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23444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极速响应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3657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分钟内给出完整方案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0604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40AF"/>
                </a:solidFill>
              </a:rPr>
              <a:t>┌────────────┐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40AF"/>
                </a:solidFill>
              </a:rPr>
              <a:t>│            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40AF"/>
                </a:solidFill>
              </a:rPr>
              <a:t>└────────────┘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8328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专业分工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3657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个角色各司其职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40AF"/>
                </a:solidFill>
              </a:rPr>
              <a:t>┌────────────┐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40AF"/>
                </a:solidFill>
              </a:rPr>
              <a:t>│            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40AF"/>
                </a:solidFill>
              </a:rPr>
              <a:t>└────────────┘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🤖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53212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3657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24/7 全天候在线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40AF"/>
                </a:solidFill>
              </a:rPr>
              <a:t>┌────────────┐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40AF"/>
                </a:solidFill>
              </a:rPr>
              <a:t>│            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0372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40AF"/>
                </a:solidFill>
              </a:rPr>
              <a:t>└────────────┘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4088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768096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透明计费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680960" y="3657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消耗每日报告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74320" cy="5029200"/>
          </a:xfrm>
          <a:prstGeom prst="rect">
            <a:avLst/>
          </a:prstGeom>
          <a:solidFill>
            <a:srgbClr val="0478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产品小助手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47857"/>
                </a:solidFill>
              </a:rPr>
              <a:t>━━━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 · 任务协调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主要职责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需求分析与拆解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产品规划与 PRD 撰写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任务协调与分发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跨部门沟通协作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657600" cy="457200"/>
          </a:xfrm>
          <a:prstGeom prst="rect">
            <a:avLst/>
          </a:prstGeom>
          <a:solidFill>
            <a:srgbClr val="04785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47857"/>
                </a:solidFill>
              </a:rPr>
              <a:t>┌──────────────────┐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657600" cy="457200"/>
          </a:xfrm>
          <a:prstGeom prst="rect">
            <a:avLst/>
          </a:prstGeom>
          <a:solidFill>
            <a:srgbClr val="04785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47857"/>
                </a:solidFill>
              </a:rPr>
              <a:t>│                  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3017520"/>
            <a:ext cx="3657600" cy="457200"/>
          </a:xfrm>
          <a:prstGeom prst="rect">
            <a:avLst/>
          </a:prstGeom>
          <a:solidFill>
            <a:srgbClr val="04785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47857"/>
                </a:solidFill>
              </a:rPr>
              <a:t>│                  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383280"/>
            <a:ext cx="3657600" cy="457200"/>
          </a:xfrm>
          <a:prstGeom prst="rect">
            <a:avLst/>
          </a:prstGeom>
          <a:solidFill>
            <a:srgbClr val="04785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47857"/>
                </a:solidFill>
              </a:rPr>
              <a:t>│                  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749040"/>
            <a:ext cx="3657600" cy="457200"/>
          </a:xfrm>
          <a:prstGeom prst="rect">
            <a:avLst/>
          </a:prstGeom>
          <a:solidFill>
            <a:srgbClr val="04785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47857"/>
                </a:solidFill>
              </a:rPr>
              <a:t>└──────────────────┘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12080" y="2971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QQ: 1903516201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21208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30 秒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74320" cy="502920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后端老张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45309"/>
                </a:solidFill>
              </a:rPr>
              <a:t>━━━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 · 后端开发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主要职责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API 设计与开发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数据库设计与优化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微服务架构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性能与安全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657600" cy="45720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</a:rPr>
              <a:t>┌──────────────────┐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657600" cy="45720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</a:rPr>
              <a:t>│                  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3017520"/>
            <a:ext cx="3657600" cy="45720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</a:rPr>
              <a:t>│                  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383280"/>
            <a:ext cx="3657600" cy="45720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</a:rPr>
              <a:t>│                  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749040"/>
            <a:ext cx="3657600" cy="45720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</a:rPr>
              <a:t>└──────────────────┘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12080" y="2971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QQ: 1903517106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21208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 分钟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74320" cy="5029200"/>
          </a:xfrm>
          <a:prstGeom prst="rect">
            <a:avLst/>
          </a:prstGeom>
          <a:solidFill>
            <a:srgbClr val="BE18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前端小美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E185D"/>
                </a:solidFill>
              </a:rPr>
              <a:t>━━━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开发 · 用户体验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主要职责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React/Vue组件开发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UI/UX 设计与实现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性能优化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跨端适配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657600" cy="457200"/>
          </a:xfrm>
          <a:prstGeom prst="rect">
            <a:avLst/>
          </a:prstGeom>
          <a:solidFill>
            <a:srgbClr val="BE18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E185D"/>
                </a:solidFill>
              </a:rPr>
              <a:t>┌──────────────────┐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657600" cy="457200"/>
          </a:xfrm>
          <a:prstGeom prst="rect">
            <a:avLst/>
          </a:prstGeom>
          <a:solidFill>
            <a:srgbClr val="BE18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E185D"/>
                </a:solidFill>
              </a:rPr>
              <a:t>│                  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3017520"/>
            <a:ext cx="3657600" cy="457200"/>
          </a:xfrm>
          <a:prstGeom prst="rect">
            <a:avLst/>
          </a:prstGeom>
          <a:solidFill>
            <a:srgbClr val="BE18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E185D"/>
                </a:solidFill>
              </a:rPr>
              <a:t>│                  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383280"/>
            <a:ext cx="3657600" cy="457200"/>
          </a:xfrm>
          <a:prstGeom prst="rect">
            <a:avLst/>
          </a:prstGeom>
          <a:solidFill>
            <a:srgbClr val="BE18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E185D"/>
                </a:solidFill>
              </a:rPr>
              <a:t>│                  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749040"/>
            <a:ext cx="3657600" cy="457200"/>
          </a:xfrm>
          <a:prstGeom prst="rect">
            <a:avLst/>
          </a:prstGeom>
          <a:solidFill>
            <a:srgbClr val="BE18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E185D"/>
                </a:solidFill>
              </a:rPr>
              <a:t>└──────────────────┘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12080" y="2971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QQ: 1903517154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21208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 分钟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74320" cy="5029200"/>
          </a:xfrm>
          <a:prstGeom prst="rect">
            <a:avLst/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D2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财务小慧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D28D9"/>
                </a:solidFill>
              </a:rPr>
              <a:t>━━━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账务管理 · Token 统计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主要职责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日常账务处理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预算编制与跟踪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Token 消耗统计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财务报表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657600" cy="457200"/>
          </a:xfrm>
          <a:prstGeom prst="rect">
            <a:avLst/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28D9"/>
                </a:solidFill>
              </a:rPr>
              <a:t>┌──────────────────┐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657600" cy="457200"/>
          </a:xfrm>
          <a:prstGeom prst="rect">
            <a:avLst/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28D9"/>
                </a:solidFill>
              </a:rPr>
              <a:t>│                  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3017520"/>
            <a:ext cx="3657600" cy="457200"/>
          </a:xfrm>
          <a:prstGeom prst="rect">
            <a:avLst/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28D9"/>
                </a:solidFill>
              </a:rPr>
              <a:t>│                  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383280"/>
            <a:ext cx="3657600" cy="457200"/>
          </a:xfrm>
          <a:prstGeom prst="rect">
            <a:avLst/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28D9"/>
                </a:solidFill>
              </a:rPr>
              <a:t>│                  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749040"/>
            <a:ext cx="3657600" cy="457200"/>
          </a:xfrm>
          <a:prstGeom prst="rect">
            <a:avLst/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28D9"/>
                </a:solidFill>
              </a:rPr>
              <a:t>└──────────────────┘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12080" y="2971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QQ: 1903516313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21208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 分钟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74320" cy="502920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🎧 客服小暖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91C1C"/>
                </a:solidFill>
              </a:rPr>
              <a:t>━━━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用户支持 · 问题解答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主要职责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常见问题解答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问题诊断与排查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投诉处理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用户反馈收集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657600" cy="45720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1C1C"/>
                </a:solidFill>
              </a:rPr>
              <a:t>┌──────────────────┐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657600" cy="45720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1C1C"/>
                </a:solidFill>
              </a:rPr>
              <a:t>│                  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3017520"/>
            <a:ext cx="3657600" cy="45720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1C1C"/>
                </a:solidFill>
              </a:rPr>
              <a:t>│                  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383280"/>
            <a:ext cx="3657600" cy="45720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1C1C"/>
                </a:solidFill>
              </a:rPr>
              <a:t>│                  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749040"/>
            <a:ext cx="3657600" cy="45720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1C1C"/>
                </a:solidFill>
              </a:rPr>
              <a:t>└──────────────────┘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12080" y="2971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QQ: 1903488919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21208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 分钟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工作流程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97706"/>
                </a:solidFill>
              </a:rPr>
              <a:t>━━━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15468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40AF"/>
                </a:solidFill>
              </a:rPr>
              <a:t>━━━━━━━━━━━━━━━━━━━━━━━━━━━━━━━━━━━━━━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3108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40AF"/>
                </a:solidFill>
              </a:rPr>
              <a:t>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📩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3566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用户私聊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977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产品小助手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297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88920" y="3108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40AF"/>
                </a:solidFill>
              </a:rPr>
              <a:t>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060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🔍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377440" y="3566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分析任务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77440" y="3977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识别类型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77440" y="4297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3108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40AF"/>
                </a:solidFill>
              </a:rPr>
              <a:t>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🤝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389120" y="3566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分发协同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9120" y="3977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 Bot 处理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4297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分钟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2280" y="3108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40AF"/>
                </a:solidFill>
              </a:rPr>
              <a:t>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6294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✅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400800" y="3566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汇总回复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3977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统一方案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4297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分钟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服务承诺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━━━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731520" cy="73152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◤        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874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分钟响应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复杂任务先确认，3 分钟内给完整方案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737360"/>
            <a:ext cx="731520" cy="73152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◤        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0" y="1874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专业分工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0" y="2286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个角色各司其职，专业高效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731520" cy="73152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◤        ◥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429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840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私聊模式，数据严格保密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3291840"/>
            <a:ext cx="731520" cy="73152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◤        ◥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4632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669280" y="3429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透明计费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0" y="3840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消耗每日报告，清晰透明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立即开始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0" y="2468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添加产品小助手 QQ，开始您的第一个任务！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0" y="32004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40AF"/>
                </a:solidFill>
              </a:rPr>
              <a:t>┌──────────────────────┐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3749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40AF"/>
                </a:solidFill>
              </a:rPr>
              <a:t>│                      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42976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40AF"/>
                </a:solidFill>
              </a:rPr>
              <a:t>└──────────────────────┘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3337560"/>
            <a:ext cx="4572000" cy="914400"/>
          </a:xfrm>
          <a:prstGeom prst="rect">
            <a:avLst/>
          </a:prstGeom>
          <a:solidFill>
            <a:srgbClr val="1E40A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1903516201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2026 年 3 月 15 日 · 一人公司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2026-03-15T13:03:45Z</dcterms:created>
  <dcterms:modified xsi:type="dcterms:W3CDTF">2026-03-15T13:03:45Z</dcterms:modified>
</cp:coreProperties>
</file>