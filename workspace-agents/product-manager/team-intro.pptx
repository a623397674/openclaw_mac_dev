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一人公司团队介绍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高效协作 · 快速响应 · 专业交付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我们是谁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一支精干的 AI 协作团队，提供全方位产品与技术服务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核心优势:</a:t>
            </a:r>
          </a:p>
          <a:p>
            <a:pPr lvl="1">
              <a:defRPr sz="2000"/>
            </a:pPr>
            <a:r>
              <a:t>• 3 分钟快速响应</a:t>
            </a:r>
          </a:p>
          <a:p>
            <a:pPr lvl="1">
              <a:defRPr sz="2000"/>
            </a:pPr>
            <a:r>
              <a:t>• 产品经理统一协调</a:t>
            </a:r>
          </a:p>
          <a:p>
            <a:pPr lvl="1">
              <a:defRPr sz="2000"/>
            </a:pPr>
            <a:r>
              <a:t>• 多角色协同作战</a:t>
            </a:r>
          </a:p>
          <a:p>
            <a:pPr lvl="1">
              <a:defRPr sz="2000"/>
            </a:pPr>
            <a:r>
              <a:t>• 7×24 小时在线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产品小助手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角色：产品经理 / 项目协调员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职责:</a:t>
            </a:r>
          </a:p>
          <a:p>
            <a:pPr lvl="1">
              <a:defRPr sz="2000"/>
            </a:pPr>
            <a:r>
              <a:t>• 需求分析与拆解</a:t>
            </a:r>
          </a:p>
          <a:p>
            <a:pPr lvl="1">
              <a:defRPr sz="2000"/>
            </a:pPr>
            <a:r>
              <a:t>• PRD 文档撰写</a:t>
            </a:r>
          </a:p>
          <a:p>
            <a:pPr lvl="1">
              <a:defRPr sz="2000"/>
            </a:pPr>
            <a:r>
              <a:t>• 任务分发与协调</a:t>
            </a:r>
          </a:p>
          <a:p>
            <a:pPr lvl="1">
              <a:defRPr sz="2000"/>
            </a:pPr>
            <a:r>
              <a:t>• 跨部门沟通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响应时间：0-30 秒确认，3 分钟内出方案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后端老张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角色：技术架构师 / 后端开发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职责:</a:t>
            </a:r>
          </a:p>
          <a:p>
            <a:pPr lvl="1">
              <a:defRPr sz="2000"/>
            </a:pPr>
            <a:r>
              <a:t>• 系统架构设计</a:t>
            </a:r>
          </a:p>
          <a:p>
            <a:pPr lvl="1">
              <a:defRPr sz="2000"/>
            </a:pPr>
            <a:r>
              <a:t>• API 接口开发</a:t>
            </a:r>
          </a:p>
          <a:p>
            <a:pPr lvl="1">
              <a:defRPr sz="2000"/>
            </a:pPr>
            <a:r>
              <a:t>• 数据库设计</a:t>
            </a:r>
          </a:p>
          <a:p>
            <a:pPr lvl="1">
              <a:defRPr sz="2000"/>
            </a:pPr>
            <a:r>
              <a:t>• 技术选型建议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擅长：高并发系统、微服务架构、性能优化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🎨 前端小美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角色：前端开发 / UI/UX 设计师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职责:</a:t>
            </a:r>
          </a:p>
          <a:p>
            <a:pPr lvl="1">
              <a:defRPr sz="2000"/>
            </a:pPr>
            <a:r>
              <a:t>• 界面设计与开发</a:t>
            </a:r>
          </a:p>
          <a:p>
            <a:pPr lvl="1">
              <a:defRPr sz="2000"/>
            </a:pPr>
            <a:r>
              <a:t>• 用户体验优化</a:t>
            </a:r>
          </a:p>
          <a:p>
            <a:pPr lvl="1">
              <a:defRPr sz="2000"/>
            </a:pPr>
            <a:r>
              <a:t>• 交互原型设计</a:t>
            </a:r>
          </a:p>
          <a:p>
            <a:pPr lvl="1">
              <a:defRPr sz="2000"/>
            </a:pPr>
            <a:r>
              <a:t>• 响应式适配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擅长：现代化前端框架、动效设计、无障碍访问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💰 财务小慧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角色：财务顾问 / 预算分析师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职责:</a:t>
            </a:r>
          </a:p>
          <a:p>
            <a:pPr lvl="1">
              <a:defRPr sz="2000"/>
            </a:pPr>
            <a:r>
              <a:t>• 成本估算</a:t>
            </a:r>
          </a:p>
          <a:p>
            <a:pPr lvl="1">
              <a:defRPr sz="2000"/>
            </a:pPr>
            <a:r>
              <a:t>• 预算规划</a:t>
            </a:r>
          </a:p>
          <a:p>
            <a:pPr lvl="1">
              <a:defRPr sz="2000"/>
            </a:pPr>
            <a:r>
              <a:t>• ROI 分析</a:t>
            </a:r>
          </a:p>
          <a:p>
            <a:pPr lvl="1">
              <a:defRPr sz="2000"/>
            </a:pPr>
            <a:r>
              <a:t>• 财务风险评估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擅长：项目成本核算、投入产出分析、资金流规划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🎧 客服小暖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角色：客户成功 / 用户支持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职责:</a:t>
            </a:r>
          </a:p>
          <a:p>
            <a:pPr lvl="1">
              <a:defRPr sz="2000"/>
            </a:pPr>
            <a:r>
              <a:t>• 用户问题解答</a:t>
            </a:r>
          </a:p>
          <a:p>
            <a:pPr lvl="1">
              <a:defRPr sz="2000"/>
            </a:pPr>
            <a:r>
              <a:t>• 反馈收集</a:t>
            </a:r>
          </a:p>
          <a:p>
            <a:pPr lvl="1">
              <a:defRPr sz="2000"/>
            </a:pPr>
            <a:r>
              <a:t>• 服务流程优化</a:t>
            </a:r>
          </a:p>
          <a:p>
            <a:pPr lvl="1">
              <a:defRPr sz="2000"/>
            </a:pPr>
            <a:r>
              <a:t>• 用户满意度提升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擅长：问题快速定位、情绪安抚、服务话术设计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3 分钟快速响应机制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0-30 秒：确认收到需求，告知预计完成时间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30 秒 -2 分钟：分析任务类型，协同对应角色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2-3 分钟：整合各方意见，给出统一方案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✅ 服务场景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产品规划：需求分析、PRD 撰写、路线图</a:t>
            </a:r>
          </a:p>
          <a:p>
            <a:pPr>
              <a:defRPr sz="2000"/>
            </a:pPr>
            <a:r>
              <a:t>技术开发：架构设计、代码实现、Code Review</a:t>
            </a:r>
          </a:p>
          <a:p>
            <a:pPr>
              <a:defRPr sz="2000"/>
            </a:pPr>
            <a:r>
              <a:t>界面设计：UI 设计、交互原型、视觉优化</a:t>
            </a:r>
          </a:p>
          <a:p>
            <a:pPr>
              <a:defRPr sz="2000"/>
            </a:pPr>
            <a:r>
              <a:t>财务预算：成本估算、ROI 分析、预算规划</a:t>
            </a:r>
          </a:p>
          <a:p>
            <a:pPr>
              <a:defRPr sz="2000"/>
            </a:pPr>
            <a:r>
              <a:t>用户服务：问题解答、反馈处理、满意度提升</a:t>
            </a:r>
          </a:p>
          <a:p>
            <a:pPr>
              <a:defRPr sz="2000"/>
            </a:pPr>
            <a:r>
              <a:t>综合项目：全员协同、端到端交付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🌟 核心优势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⚡ 极速响应：3 分钟内出完整方案</a:t>
            </a:r>
          </a:p>
          <a:p>
            <a:pPr>
              <a:defRPr sz="2000"/>
            </a:pPr>
            <a:r>
              <a:t>🎯 专业分工：每个角色各司其职</a:t>
            </a:r>
          </a:p>
          <a:p>
            <a:pPr>
              <a:defRPr sz="2000"/>
            </a:pPr>
            <a:r>
              <a:t>📈 数据驱动：用数据说话，科学决策</a:t>
            </a:r>
          </a:p>
          <a:p>
            <a:pPr>
              <a:defRPr sz="2000"/>
            </a:pPr>
            <a:r>
              <a:t>💡 用户导向：始终从用户价值出发</a:t>
            </a:r>
          </a:p>
          <a:p>
            <a:pPr>
              <a:defRPr sz="2000"/>
            </a:pPr>
            <a:r>
              <a:t>🔧 务实落地：考虑资源、时间、技术可行性</a:t>
            </a:r>
          </a:p>
          <a:p>
            <a:pPr>
              <a:defRPr sz="2000"/>
            </a:pPr>
            <a:r>
              <a:t>🤖 7×24 在线：随时待命，无休无止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📱 如何联系我们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私聊产品小助手 (QQ: 1903516201)</a:t>
            </a:r>
          </a:p>
          <a:p>
            <a:pPr>
              <a:defRPr sz="2000"/>
            </a:pPr>
            <a:r>
              <a:t>2. 描述你的需求 (越详细越好)</a:t>
            </a:r>
          </a:p>
          <a:p>
            <a:pPr>
              <a:defRPr sz="2000"/>
            </a:pPr>
            <a:r>
              <a:t>3. 等待 3 分钟 (接收完整方案)</a:t>
            </a:r>
          </a:p>
          <a:p>
            <a:pPr>
              <a:defRPr sz="2000"/>
            </a:pPr>
            <a:r>
              <a:t>4. 确认或调整 (我们随时配合修改)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需求描述建议:</a:t>
            </a:r>
          </a:p>
          <a:p>
            <a:pPr lvl="1">
              <a:defRPr sz="2000"/>
            </a:pPr>
            <a:r>
              <a:t>• 业务目标是什么？</a:t>
            </a:r>
          </a:p>
          <a:p>
            <a:pPr lvl="1">
              <a:defRPr sz="2000"/>
            </a:pPr>
            <a:r>
              <a:t>• 目标用户是谁？</a:t>
            </a:r>
          </a:p>
          <a:p>
            <a:pPr lvl="1">
              <a:defRPr sz="2000"/>
            </a:pPr>
            <a:r>
              <a:t>• 期望完成时间？</a:t>
            </a:r>
          </a:p>
          <a:p>
            <a:pPr lvl="1">
              <a:defRPr sz="2000"/>
            </a:pPr>
            <a:r>
              <a:t>• 预算范围？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成功案例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电商平台重构：2 周完成 MVP，转化率提升 35%</a:t>
            </a:r>
          </a:p>
          <a:p>
            <a:pPr>
              <a:defRPr sz="2000"/>
            </a:pPr>
            <a:r>
              <a:t>SaaS 产品设计：1 个月从 0 到 1，获客成本降低 50%</a:t>
            </a:r>
          </a:p>
          <a:p>
            <a:pPr>
              <a:defRPr sz="2000"/>
            </a:pPr>
            <a:r>
              <a:t>移动端 APP 开发：3 个月双端上线，DAU 破 10 万</a:t>
            </a:r>
          </a:p>
          <a:p>
            <a:pPr>
              <a:defRPr sz="2000"/>
            </a:pPr>
            <a:r>
              <a:t>数据分析系统：1 周搭建看板，决策效率提升 3 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期待与您合作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